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405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90" d="100"/>
          <a:sy n="90" d="100"/>
        </p:scale>
        <p:origin x="226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122363"/>
            <a:ext cx="5814457" cy="2387600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3602038"/>
            <a:ext cx="5130404" cy="1655762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6278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6723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1709740"/>
            <a:ext cx="5899964" cy="2852737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4589465"/>
            <a:ext cx="5899964" cy="1500187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/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75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427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1825625"/>
            <a:ext cx="2907229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1825625"/>
            <a:ext cx="2907229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3943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365127"/>
            <a:ext cx="5899964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1681163"/>
            <a:ext cx="2893868" cy="82391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2505075"/>
            <a:ext cx="289386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1681163"/>
            <a:ext cx="2908120" cy="823912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2505075"/>
            <a:ext cx="290812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243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0606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72337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57200"/>
            <a:ext cx="2206252" cy="1600200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987427"/>
            <a:ext cx="3463022" cy="4873625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057400"/>
            <a:ext cx="2206252" cy="381158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389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457200"/>
            <a:ext cx="2206252" cy="1600200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987427"/>
            <a:ext cx="3463022" cy="4873625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057400"/>
            <a:ext cx="2206252" cy="3811588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953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8916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365125"/>
            <a:ext cx="147499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365125"/>
            <a:ext cx="4339466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351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365127"/>
            <a:ext cx="58999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1825625"/>
            <a:ext cx="5899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6356352"/>
            <a:ext cx="1539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153E0-0F99-4B1D-8B9D-998E4761A2C9}" type="datetimeFigureOut">
              <a:rPr lang="es-EC" smtClean="0"/>
              <a:t>19/12/2024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6356352"/>
            <a:ext cx="23086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6356352"/>
            <a:ext cx="15391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0CC3E-73F1-48A1-B80D-21789339AA71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35589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A9E0EFD-A850-46C5-867E-98C59B7E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0494" y="2"/>
            <a:ext cx="7701529" cy="685799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55C2FF4-30CB-4BCE-8FBB-22BEDE019656}"/>
              </a:ext>
            </a:extLst>
          </p:cNvPr>
          <p:cNvSpPr/>
          <p:nvPr/>
        </p:nvSpPr>
        <p:spPr>
          <a:xfrm>
            <a:off x="2080568" y="5139071"/>
            <a:ext cx="446566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37B7680-BA35-4992-A084-87BEDD487D6E}"/>
              </a:ext>
            </a:extLst>
          </p:cNvPr>
          <p:cNvSpPr/>
          <p:nvPr/>
        </p:nvSpPr>
        <p:spPr>
          <a:xfrm>
            <a:off x="2080568" y="4802373"/>
            <a:ext cx="645042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73E57DB-8D5F-4C21-B34D-C974CF99D152}"/>
              </a:ext>
            </a:extLst>
          </p:cNvPr>
          <p:cNvSpPr/>
          <p:nvPr/>
        </p:nvSpPr>
        <p:spPr>
          <a:xfrm>
            <a:off x="2101835" y="4292011"/>
            <a:ext cx="517451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CC1104-E718-487D-8A56-620FA985C44E}"/>
              </a:ext>
            </a:extLst>
          </p:cNvPr>
          <p:cNvSpPr/>
          <p:nvPr/>
        </p:nvSpPr>
        <p:spPr>
          <a:xfrm>
            <a:off x="2080566" y="3257109"/>
            <a:ext cx="446566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EDB3B7-8546-4F92-8BC3-029535E7F0FD}"/>
              </a:ext>
            </a:extLst>
          </p:cNvPr>
          <p:cNvSpPr/>
          <p:nvPr/>
        </p:nvSpPr>
        <p:spPr>
          <a:xfrm>
            <a:off x="2137276" y="2080438"/>
            <a:ext cx="907311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EF0F9F9-672C-46B6-8097-C00FBF266A5D}"/>
              </a:ext>
            </a:extLst>
          </p:cNvPr>
          <p:cNvSpPr/>
          <p:nvPr/>
        </p:nvSpPr>
        <p:spPr>
          <a:xfrm>
            <a:off x="2137276" y="2241700"/>
            <a:ext cx="907311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059910E-C5E3-4657-950E-813138173ED3}"/>
              </a:ext>
            </a:extLst>
          </p:cNvPr>
          <p:cNvSpPr/>
          <p:nvPr/>
        </p:nvSpPr>
        <p:spPr>
          <a:xfrm>
            <a:off x="4327581" y="1903229"/>
            <a:ext cx="464288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7587C28-A2BB-40AB-8DEB-D06603504E79}"/>
              </a:ext>
            </a:extLst>
          </p:cNvPr>
          <p:cNvSpPr/>
          <p:nvPr/>
        </p:nvSpPr>
        <p:spPr>
          <a:xfrm>
            <a:off x="4136195" y="2750289"/>
            <a:ext cx="645042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CAB4B0-4D5E-44CF-B23E-98ACB5CAB1C2}"/>
              </a:ext>
            </a:extLst>
          </p:cNvPr>
          <p:cNvSpPr/>
          <p:nvPr/>
        </p:nvSpPr>
        <p:spPr>
          <a:xfrm>
            <a:off x="4136196" y="4976039"/>
            <a:ext cx="630865" cy="1630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F1AE24C-D18E-41BF-BC5C-85C663ED32A8}"/>
              </a:ext>
            </a:extLst>
          </p:cNvPr>
          <p:cNvSpPr/>
          <p:nvPr/>
        </p:nvSpPr>
        <p:spPr>
          <a:xfrm>
            <a:off x="4136194" y="5139071"/>
            <a:ext cx="609600" cy="17720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142297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Paula Contreras Villavicencio</dc:creator>
  <cp:lastModifiedBy>Paula Contreras Villavicencio</cp:lastModifiedBy>
  <cp:revision>2</cp:revision>
  <dcterms:created xsi:type="dcterms:W3CDTF">2024-12-19T22:23:03Z</dcterms:created>
  <dcterms:modified xsi:type="dcterms:W3CDTF">2024-12-19T22:35:16Z</dcterms:modified>
</cp:coreProperties>
</file>